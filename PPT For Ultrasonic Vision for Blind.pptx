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9" r:id="rId7"/>
    <p:sldId id="262" r:id="rId8"/>
    <p:sldId id="263" r:id="rId9"/>
    <p:sldId id="260" r:id="rId10"/>
    <p:sldId id="264" r:id="rId11"/>
    <p:sldId id="267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98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3A750590-9F9A-443B-9295-A3931D8194B1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B4BE-627A-4EC1-99E1-6F1AA97AB802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78BFACF8-E63D-4673-A128-83547867BB7A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ED6AC-4FBA-40BD-BE75-20DB64DA4BAD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33C87-D201-458A-93C0-8EDD9AC92D93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E6829-5A25-485A-91B1-5D6D58BB9F23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F5CD-23D0-4DD1-85B1-71F1825FB3EC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5035-C284-496A-B076-BA73A8FA5D8B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EB420-1875-490A-8C4B-7AAB939FBE08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805F-452B-497C-9BD6-2CDB6902F369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D3F7C6B-C82D-4D42-9929-D6E7E11D9A64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0CF4779-62E8-4B21-A5D7-0AFB9DBD4358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F9D3375-5CD0-4576-BF96-ADFF24726FF8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D1F8-971E-4F8C-8737-750C12E93E08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D1621-FA30-4D98-85E5-1409E6BEECDC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6F347-1B2F-4097-AEB5-4A26FB45D67A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CC1DEE0-34E5-4E0F-BEC1-4B8835F82CD1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59126-4846-4E88-BDD9-5585CC877E47}" type="datetime1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0496C6C-A85F-426B-9ED1-3444166C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5CD8D-E704-46A1-BC3E-9A644A9FFD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440" y="-28394"/>
            <a:ext cx="5066523" cy="1573995"/>
          </a:xfrm>
        </p:spPr>
        <p:txBody>
          <a:bodyPr anchor="ctr">
            <a:norm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Ultrasonic </a:t>
            </a: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</a:rPr>
              <a:t>VISION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for Blind</a:t>
            </a:r>
            <a:endParaRPr lang="en-US" sz="28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0EF22F-5D3C-4240-8C32-1B20803E5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97108" y="1923563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E309A740-48C5-4AE5-879B-F567D3D7AC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1866" y="2110144"/>
            <a:ext cx="3554960" cy="2637711"/>
          </a:xfrm>
        </p:spPr>
        <p:txBody>
          <a:bodyPr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GANGOTRI DATTA KOMPALWAR</a:t>
            </a:r>
          </a:p>
          <a:p>
            <a:pPr algn="ctr">
              <a:lnSpc>
                <a:spcPct val="100000"/>
              </a:lnSpc>
            </a:pP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912EF34-0253-41FD-9940-D8FBB7DE7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7545075" y="2187578"/>
            <a:ext cx="6857999" cy="2482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343213-736F-B278-833D-9D6D86CB6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07725" y="2108021"/>
            <a:ext cx="4857955" cy="36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64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8A195E-584A-485A-BECD-66468900B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177A7-740C-43C7-8F2D-BD7067F12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525AAA-82CE-4027-A26C-B0EFFD856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4"/>
          <a:stretch/>
        </p:blipFill>
        <p:spPr>
          <a:xfrm rot="5400000" flipH="1" flipV="1">
            <a:off x="-1265719" y="2187575"/>
            <a:ext cx="6857999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89EA88-8D83-4F3F-A4C1-4B16E237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2161" y="249118"/>
            <a:ext cx="7434070" cy="93379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41FAF-730D-47FE-9638-C05616C31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2154" y="1348764"/>
            <a:ext cx="7606385" cy="494270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2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India has over 4.6 million people with visual impairments. They face numerous small and large accidents while walking. Identifying this problem, this project has been selected.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an ultrasound device is used to detect distance of object in front of a person.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Arduino is programmed along with buzzer which works as commands for blind person to stop before obstacles.</a:t>
            </a:r>
          </a:p>
          <a:p>
            <a:pPr>
              <a:lnSpc>
                <a:spcPct val="15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94233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7559-CDE9-80CA-2669-FBBE2ADE2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1583" y="764373"/>
            <a:ext cx="8610600" cy="1293028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55BFA3-2DFA-2BB7-545F-8397EDCA12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47" y="1410887"/>
            <a:ext cx="3043504" cy="304350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135288-B109-B38B-52B7-32B692D5C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91" y="4293402"/>
            <a:ext cx="2677064" cy="19021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7BFC67-68DA-654D-2C75-16863DC039F8}"/>
              </a:ext>
            </a:extLst>
          </p:cNvPr>
          <p:cNvSpPr txBox="1"/>
          <p:nvPr/>
        </p:nvSpPr>
        <p:spPr>
          <a:xfrm>
            <a:off x="4308049" y="2143000"/>
            <a:ext cx="4515602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HC-SR04[2]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Connecting Wires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Uno[1]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9V Battery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Blind Stick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582621-848D-5C93-E5E2-42B03768B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8147" y="3828019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54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5C39-6F03-77A9-41D1-572D7653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140" y="421838"/>
            <a:ext cx="5537718" cy="832671"/>
          </a:xfrm>
        </p:spPr>
        <p:txBody>
          <a:bodyPr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1.Ultrasonic sensor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00B66-554C-13D2-3EA1-F5D353073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It is designed to measure the distance of any object by using an ultrasonic transducer.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Ultrasonic means of distance measurement is a convenient method compared to traditional one using measurement scales.</a:t>
            </a:r>
          </a:p>
          <a:p>
            <a:pPr marL="285750" indent="-285750">
              <a:buFont typeface="Wingdings" pitchFamily="2" charset="2"/>
              <a:buChar char="Ø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This kind of measurement is particularly applicable to inaccessible areas where traditional means cannot be implemented such as high temperature, pressure zones etc.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133D0B-D06E-E372-C979-B0D5C19EC846}"/>
              </a:ext>
            </a:extLst>
          </p:cNvPr>
          <p:cNvSpPr txBox="1"/>
          <p:nvPr/>
        </p:nvSpPr>
        <p:spPr>
          <a:xfrm>
            <a:off x="1323390" y="1566979"/>
            <a:ext cx="9545217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designed to measure the distance of any object by using an ultrasonic transducer. Ultrasonic means of distance measurement is a convenient method compared to traditional one using measurement scales.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kind of measurement is particularly applicable to inaccessible areas where traditional means cannot be implemented such as high temperature, pressure zones etc.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24851-FA18-4BB9-F8F3-6B3B344D05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512" y="3954195"/>
            <a:ext cx="2589677" cy="203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6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5C39-6F03-77A9-41D1-572D76532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0" y="538929"/>
            <a:ext cx="10490200" cy="832671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Measurement by ultrasonic sensor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925447A-5B73-4348-2E86-1B00DED25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3127" y="1738281"/>
            <a:ext cx="5451539" cy="4017060"/>
          </a:xfrm>
        </p:spPr>
        <p:txBody>
          <a:bodyPr>
            <a:normAutofit fontScale="92500"/>
          </a:bodyPr>
          <a:lstStyle/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ultrasonic transducer comprising of a transmitter and receiver are used.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total time taken from sending the waves to receiving it is calculated by taking into consideration the velocity of sound.</a:t>
            </a:r>
          </a:p>
          <a:p>
            <a:pPr marL="342900" indent="-342900" algn="l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this way distance is calculated.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8DCEF1-D641-8E4D-EB86-BDD26526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344" y="1738281"/>
            <a:ext cx="5451539" cy="267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1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47FF1-0FF4-8A6F-8DFF-26A0EF47C410}"/>
              </a:ext>
            </a:extLst>
          </p:cNvPr>
          <p:cNvSpPr txBox="1"/>
          <p:nvPr/>
        </p:nvSpPr>
        <p:spPr>
          <a:xfrm>
            <a:off x="2962611" y="724128"/>
            <a:ext cx="8252235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ARDUINO UNO AND HOW IT WORK ?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3E6950-4CAC-7585-2D4F-EA851B83EFB7}"/>
              </a:ext>
            </a:extLst>
          </p:cNvPr>
          <p:cNvSpPr txBox="1"/>
          <p:nvPr/>
        </p:nvSpPr>
        <p:spPr>
          <a:xfrm>
            <a:off x="625150" y="1906555"/>
            <a:ext cx="605355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 programming language is used to program microcontroller boards such as the Arduino Uno to interact with sensors, and other devices connected to the board.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fact, the language is based on C++, and it is designed to be easy to use for beginners and non-programmers.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it is commonly used in projects involving robotics, home automation, and Internet of Things (IoT) applications.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6055F6-879C-6907-9840-DA778958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859" y="2421445"/>
            <a:ext cx="4824598" cy="302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885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384B-4123-7DF7-5FE4-E76A505D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0900" y="342985"/>
            <a:ext cx="5410200" cy="618067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Project</a:t>
            </a:r>
            <a:endParaRPr lang="en-IN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14C10-3A7B-9562-FC3A-F8BABC940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466" y="1362268"/>
            <a:ext cx="4886516" cy="3505565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a pair of ultrasonic transducers comprising of 1 transmitter and 1 receiver. 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ever an obstacle obstructs the signals of ultrasonic transmitter it reflects the signal  towards the ultra sonic receiver.</a:t>
            </a: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 distance measurement which is calculated the recorded voice will play over and blind person can be alerted for upcoming obstacle.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F26F0F7-4D22-63A1-12D3-9CA203AA3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736" y="911039"/>
            <a:ext cx="1042068" cy="104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1">
            <a:extLst>
              <a:ext uri="{FF2B5EF4-FFF2-40B4-BE49-F238E27FC236}">
                <a16:creationId xmlns:a16="http://schemas.microsoft.com/office/drawing/2014/main" id="{C08F9531-D9DF-7200-3ABA-05AB9D66C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0659" y="2118904"/>
            <a:ext cx="5730875" cy="313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9F13DC3-FB70-9DF4-0BEF-81AFD3C52DA2}"/>
              </a:ext>
            </a:extLst>
          </p:cNvPr>
          <p:cNvCxnSpPr>
            <a:cxnSpLocks/>
          </p:cNvCxnSpPr>
          <p:nvPr/>
        </p:nvCxnSpPr>
        <p:spPr>
          <a:xfrm>
            <a:off x="7476778" y="1496037"/>
            <a:ext cx="0" cy="1869514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1D4FD0-19C6-7FAA-95DC-E9CDEF55784D}"/>
              </a:ext>
            </a:extLst>
          </p:cNvPr>
          <p:cNvCxnSpPr/>
          <p:nvPr/>
        </p:nvCxnSpPr>
        <p:spPr>
          <a:xfrm>
            <a:off x="7670447" y="1669466"/>
            <a:ext cx="0" cy="16960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F8A5B1F-7AEE-B614-7D67-868D991FA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DF30B5-608C-105F-6357-669981D28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5FFE66-FB55-AA04-B32B-DFA084B94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97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342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E81CA7-B568-4515-8DBB-91CD590553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802" y="1585596"/>
            <a:ext cx="3991897" cy="48485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E042DE-3C51-52DC-E416-53295452C888}"/>
              </a:ext>
            </a:extLst>
          </p:cNvPr>
          <p:cNvSpPr txBox="1"/>
          <p:nvPr/>
        </p:nvSpPr>
        <p:spPr>
          <a:xfrm>
            <a:off x="755171" y="1445342"/>
            <a:ext cx="619432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OVER PRESENT MODELS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DAC743-B799-3EBF-B251-3ADBB0FBC528}"/>
              </a:ext>
            </a:extLst>
          </p:cNvPr>
          <p:cNvSpPr txBox="1"/>
          <p:nvPr/>
        </p:nvSpPr>
        <p:spPr>
          <a:xfrm>
            <a:off x="755171" y="2137265"/>
            <a:ext cx="6891723" cy="4184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4325" marR="0" algn="just">
              <a:lnSpc>
                <a:spcPct val="150000"/>
              </a:lnSpc>
              <a:spcBef>
                <a:spcPts val="0"/>
              </a:spcBef>
              <a:spcAft>
                <a:spcPts val="1280"/>
              </a:spcAft>
            </a:pPr>
            <a:r>
              <a:rPr lang="en-I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1] This model not only focuses of front obstacles but also this model helps blind people from any type of accidental collision and falling to a depth, stairs, potholes etc. </a:t>
            </a:r>
            <a:endParaRPr lang="en-IN" sz="15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14325" marR="0" algn="just">
              <a:lnSpc>
                <a:spcPct val="150000"/>
              </a:lnSpc>
              <a:spcBef>
                <a:spcPts val="0"/>
              </a:spcBef>
              <a:spcAft>
                <a:spcPts val="1280"/>
              </a:spcAft>
            </a:pPr>
            <a:r>
              <a:rPr lang="en-I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2] All present models are focused only on front obstacles on the other hand this model also focuses on front obstacles and any type of depths. </a:t>
            </a:r>
            <a:endParaRPr lang="en-IN" sz="15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14325" marR="0" algn="just">
              <a:lnSpc>
                <a:spcPct val="150000"/>
              </a:lnSpc>
              <a:spcBef>
                <a:spcPts val="0"/>
              </a:spcBef>
              <a:spcAft>
                <a:spcPts val="1280"/>
              </a:spcAft>
            </a:pPr>
            <a:r>
              <a:rPr lang="en-I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3] The ISD used in this model helps to record and play personal voice commands so one can get aware before any obstacle or fall. </a:t>
            </a:r>
            <a:endParaRPr lang="en-IN" sz="15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14325" marR="0" algn="just">
              <a:lnSpc>
                <a:spcPct val="150000"/>
              </a:lnSpc>
              <a:spcBef>
                <a:spcPts val="0"/>
              </a:spcBef>
              <a:spcAft>
                <a:spcPts val="1280"/>
              </a:spcAft>
            </a:pPr>
            <a:r>
              <a:rPr lang="en-I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4] As this model is integrated in stick used by a blind person no extra load needed to carry it separately. </a:t>
            </a:r>
            <a:endParaRPr lang="en-IN" sz="15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14325" marR="0" algn="just">
              <a:lnSpc>
                <a:spcPct val="150000"/>
              </a:lnSpc>
              <a:spcBef>
                <a:spcPts val="0"/>
              </a:spcBef>
              <a:spcAft>
                <a:spcPts val="1280"/>
              </a:spcAft>
            </a:pPr>
            <a:r>
              <a:rPr lang="en-IN" sz="15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5] The model is cost effective as compared to its usability and utility.</a:t>
            </a:r>
            <a:endParaRPr lang="en-IN" sz="15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09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1717F-B3BC-6B16-747D-427EBDA7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371" y="471560"/>
            <a:ext cx="4243255" cy="722760"/>
          </a:xfrm>
        </p:spPr>
        <p:txBody>
          <a:bodyPr anchor="ctr">
            <a:norm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859C87-EE17-E879-722C-B5D92AD80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0565" y="1420996"/>
            <a:ext cx="9830865" cy="3679921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 aimed to build a device which could help blind people detect objects in front of them and protect them from injury. For this, we have chosen an ultrasonic sensor as a distance measurement equipment, and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Buzzer is used to give two different sounds for two ultrasonic sensors, 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Arduino programming with a breadboard circuit to coordinate between all devices.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buzzer will alert the blind person as it comes closer to an object beyond a certain limit.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will help to improve the quality of a blind person and may prove to be a life-saving device in critical condition. 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282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0D1261F6-2BC4-3FD5-F3E7-4853D0123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" y="-334"/>
            <a:ext cx="12191409" cy="685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446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BEB954-4024-4CCF-A9D6-4C00FDC028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96CC85-5758-41C0-8EFD-737AFB691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10EE66-8707-456F-8F2E-091D581CB030}">
  <ds:schemaRefs>
    <ds:schemaRef ds:uri="http://schemas.microsoft.com/office/2006/documentManagement/types"/>
    <ds:schemaRef ds:uri="http://purl.org/dc/dcmitype/"/>
    <ds:schemaRef ds:uri="71af3243-3dd4-4a8d-8c0d-dd76da1f02a5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Vapor Trail design</Template>
  <TotalTime>321</TotalTime>
  <Words>663</Words>
  <Application>Microsoft Office PowerPoint</Application>
  <PresentationFormat>Widescreen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</vt:lpstr>
      <vt:lpstr>Vapor Trail</vt:lpstr>
      <vt:lpstr>Ultrasonic VISION for Blind</vt:lpstr>
      <vt:lpstr>Introduction</vt:lpstr>
      <vt:lpstr>Components Used</vt:lpstr>
      <vt:lpstr>1.Ultrasonic sensor</vt:lpstr>
      <vt:lpstr>Distance Measurement by ultrasonic sensor</vt:lpstr>
      <vt:lpstr>PowerPoint Presentation</vt:lpstr>
      <vt:lpstr>Working of Project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Ultrasonic Eyes for Blind</dc:title>
  <dc:creator>shaunak kompalwar</dc:creator>
  <cp:lastModifiedBy>Shaunak Kompalwar</cp:lastModifiedBy>
  <cp:revision>13</cp:revision>
  <dcterms:created xsi:type="dcterms:W3CDTF">2023-08-25T12:58:18Z</dcterms:created>
  <dcterms:modified xsi:type="dcterms:W3CDTF">2025-11-15T09:48:32Z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